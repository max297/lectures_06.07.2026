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64" r:id="rId3"/>
    <p:sldId id="265" r:id="rId4"/>
    <p:sldId id="266" r:id="rId5"/>
    <p:sldId id="267" r:id="rId6"/>
    <p:sldId id="268" r:id="rId7"/>
  </p:sldIdLst>
  <p:sldSz cx="9144000" cy="5143500" type="screen16x9"/>
  <p:notesSz cx="6858000" cy="9144000"/>
  <p:embeddedFontLst>
    <p:embeddedFont>
      <p:font typeface="Lato" panose="020F0502020204030203" pitchFamily="34" charset="0"/>
      <p:regular r:id="rId9"/>
      <p:bold r:id="rId10"/>
      <p:italic r:id="rId11"/>
      <p:boldItalic r:id="rId12"/>
    </p:embeddedFont>
    <p:embeddedFont>
      <p:font typeface="Montserrat" panose="00000500000000000000" pitchFamily="2" charset="-52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5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ac24e6148_0_1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ac24e6148_0_1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7ac24e6148_0_1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7ac24e6148_0_1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ac24e6148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7ac24e6148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7ac24e6148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7ac24e6148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ac24e6148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7ac24e6148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4021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python основы машинного обучения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базовых моделей</a:t>
            </a:r>
            <a:endParaRPr dirty="0"/>
          </a:p>
        </p:txBody>
      </p:sp>
      <p:sp>
        <p:nvSpPr>
          <p:cNvPr id="183" name="Google Shape;183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dirty="0"/>
              <a:t>Scikit-learn (sklearn) — это один из наиболее широко используемых пакетов Python для Data Science и Machine Learning. Он содержит функции и алгоритмы для машинного обучения: классификации, прогнозирования или разбивки данных на группы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Предобработка данных</a:t>
            </a:r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body" idx="1"/>
          </p:nvPr>
        </p:nvSpPr>
        <p:spPr>
          <a:xfrm>
            <a:off x="1297500" y="963100"/>
            <a:ext cx="7038900" cy="410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# Заполнение пропущенных значений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imputer = SimpleImputer(strategy='mean')  # также 'median', 'most_frequent', 'constant'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X_imputed = imputer.fit_transform(X)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# Нормализация (диапазон [0, 1])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min_max_scaler = preprocessing.MinMaxScaler()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X_normalized = min_max_scaler.fit_transform(X)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#Преобразование в категориальные параметры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onehot_encoder = preprocessing.OneHotEncoder()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X_encoded = onehot_encoder.fit_transform(X_categorical)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X_train, X_test, y_train, y_test = train_test_split(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X, y, test_size=0.33, random_state=42)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Обучение модели</a:t>
            </a:r>
            <a:endParaRPr/>
          </a:p>
        </p:txBody>
      </p:sp>
      <p:sp>
        <p:nvSpPr>
          <p:cNvPr id="201" name="Google Shape;201;p2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327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#Создаем объект класса модели, Которая нам нужна.Вы можете указать гиперпараметры модели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reg=LinearRegression()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#Обучаем нашу модель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reg.fit(X_train,Y_train)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#Делаем предсказание на массиве данных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pred = reg.predict(X_test)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#Высчитываем точность нашей модели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ru"/>
              <a:t>mean_squared_error(Y_test, pred)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Пример</a:t>
            </a:r>
            <a:endParaRPr/>
          </a:p>
        </p:txBody>
      </p:sp>
      <p:sp>
        <p:nvSpPr>
          <p:cNvPr id="207" name="Google Shape;207;p2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https://colab.research.google.com/drive/17cuBFh-U5t1toMQ7lreGZM6HbzWyZ3Pk#scrollTo=z_bx_G8fXukY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275</Words>
  <Application>Microsoft Office PowerPoint</Application>
  <PresentationFormat>Экран (16:9)</PresentationFormat>
  <Paragraphs>26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Montserrat</vt:lpstr>
      <vt:lpstr>Lato</vt:lpstr>
      <vt:lpstr>Arial</vt:lpstr>
      <vt:lpstr>Focus</vt:lpstr>
      <vt:lpstr>python основы машинного обучения</vt:lpstr>
      <vt:lpstr>Создание базовых моделей</vt:lpstr>
      <vt:lpstr>Предобработка данных</vt:lpstr>
      <vt:lpstr>Презентация PowerPoint</vt:lpstr>
      <vt:lpstr>Обучение модели</vt:lpstr>
      <vt:lpstr>Пример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основы машинного обучения</dc:title>
  <cp:lastModifiedBy>Акулин Максим Александрович</cp:lastModifiedBy>
  <cp:revision>1</cp:revision>
  <dcterms:modified xsi:type="dcterms:W3CDTF">2026-06-23T12:56:35Z</dcterms:modified>
</cp:coreProperties>
</file>