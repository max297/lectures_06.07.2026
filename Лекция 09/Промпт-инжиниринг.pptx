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Montserrat"/>
      <p:regular r:id="rId14"/>
      <p:bold r:id="rId15"/>
      <p:italic r:id="rId16"/>
      <p:boldItalic r:id="rId17"/>
    </p:embeddedFont>
    <p:embeddedFont>
      <p:font typeface="La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La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bold.fntdata"/><Relationship Id="rId14" Type="http://schemas.openxmlformats.org/officeDocument/2006/relationships/font" Target="fonts/Montserrat-regular.fntdata"/><Relationship Id="rId17" Type="http://schemas.openxmlformats.org/officeDocument/2006/relationships/font" Target="fonts/Montserrat-boldItalic.fntdata"/><Relationship Id="rId16" Type="http://schemas.openxmlformats.org/officeDocument/2006/relationships/font" Target="fonts/Montserrat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bold.fntdata"/><Relationship Id="rId6" Type="http://schemas.openxmlformats.org/officeDocument/2006/relationships/slide" Target="slides/slide1.xml"/><Relationship Id="rId18" Type="http://schemas.openxmlformats.org/officeDocument/2006/relationships/font" Target="fonts/La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ed3292ff9d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ed3292ff9d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ed3292ff9d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ed3292ff9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ed3292ff9d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ed3292ff9d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ed3292ff9d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ed3292ff9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ed3292ff9d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ed3292ff9d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ed3292ff9d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ed3292ff9d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ed3292ff9d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ed3292ff9d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300"/>
              <a:t>Промпт-инжиниринг</a:t>
            </a:r>
            <a:endParaRPr sz="3300"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Основные определения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567550"/>
            <a:ext cx="7038900" cy="33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/>
              <a:t>Промпт — это инструкция для генеративной модели ИИ, содержащая информацию о желаемом ответе.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/>
              <a:t>Шаблон промпта - это «заготовка», содержащая переменные, которые заменяются данными, обычно текстовыми. 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600"/>
              <a:t>Промпт-инжиниринг — это навык правильно формулировать запросы к нейросети, чтобы получать полезный и точный результат.</a:t>
            </a:r>
            <a:endParaRPr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/>
              <a:t>Т</a:t>
            </a:r>
            <a:r>
              <a:rPr lang="ru" sz="1700"/>
              <a:t>окен — это минимальная единица текста, которую модель «видит», анализирует и генерирует. Для языковой модели текст состоит не из букв или слов, а из последовательности чисел.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700"/>
              <a:t>Контекст — это вся совокупность информации, которую модель «видит» и анализирует в данный момент для понимания вашей задачи и генерации ответа.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700"/>
              <a:t>Температура </a:t>
            </a:r>
            <a:r>
              <a:rPr lang="ru" sz="1700"/>
              <a:t>—  гиперпараметр, который контролирует «креативность», случайность и предсказуемость ответов модели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Что входит в контекст</a:t>
            </a:r>
            <a:endParaRPr/>
          </a:p>
        </p:txBody>
      </p:sp>
      <p:sp>
        <p:nvSpPr>
          <p:cNvPr id="153" name="Google Shape;153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Системный промпт : Скрытые инструкции, задающие роль, тон и правила поведения модели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История диалога: Все предыдущие сообщения пользователя и ответы модели в текущей сессии. Это то, что создает иллюзию «памяти» у чат-бота.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Внешние данные: Текст, документы, куски кода или выдержки из базы знаний, которые вы явно передаете модели для использования.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Текущий запрос: Ваше последнее сообщение или вопрос.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Компоненты промпта</a:t>
            </a:r>
            <a:endParaRPr/>
          </a:p>
        </p:txBody>
      </p:sp>
      <p:sp>
        <p:nvSpPr>
          <p:cNvPr id="159" name="Google Shape;159;p1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Директива — это задача, которую модели необходимо решить. Она может быть представлена в форме инструкции или вопроса. Промпт может состоять только из инструкции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Примеры — это примеры </a:t>
            </a:r>
            <a:r>
              <a:rPr lang="ru"/>
              <a:t>ожидаемого</a:t>
            </a:r>
            <a:r>
              <a:rPr lang="ru"/>
              <a:t> результата от действий модели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Формат выдачи </a:t>
            </a:r>
            <a:r>
              <a:rPr lang="ru"/>
              <a:t>— </a:t>
            </a:r>
            <a:r>
              <a:rPr lang="ru"/>
              <a:t> </a:t>
            </a:r>
            <a:r>
              <a:rPr lang="ru"/>
              <a:t>инструкции</a:t>
            </a:r>
            <a:r>
              <a:rPr lang="ru"/>
              <a:t> по тому, каким образом модель должна структурировать ответ.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Инструкции по стилю </a:t>
            </a:r>
            <a:r>
              <a:rPr lang="ru"/>
              <a:t>—  требования к стилю, в котором модель будет отвечать на запрос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Указания по роли — добавление дополнительного контекста, который помогает модели давать более ожидаемый ответ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Техники промптинга</a:t>
            </a:r>
            <a:endParaRPr/>
          </a:p>
        </p:txBody>
      </p:sp>
      <p:sp>
        <p:nvSpPr>
          <p:cNvPr id="165" name="Google Shape;165;p1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Few-shot промптинг — это техника, при которой в промпт добавляется несколько примеров выполнения задачи, позволяющих модели считать закономерность.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Ролевой промптинг  </a:t>
            </a:r>
            <a:r>
              <a:rPr lang="ru"/>
              <a:t>—  </a:t>
            </a:r>
            <a:r>
              <a:rPr lang="ru"/>
              <a:t>предполагает, что мы уточняем, от чьего лица действует модель. Например, мы можем попросить ее написать текст от лица известного политика или комика.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Декомпозиция и детализация </a:t>
            </a:r>
            <a:r>
              <a:rPr lang="ru"/>
              <a:t>— разложение сложного запроса </a:t>
            </a:r>
            <a:r>
              <a:rPr lang="ru"/>
              <a:t> на подзадачи, это поможет уйти от общих слов в сгенерированном ответе к конкретике.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Целевые подсказки — направляют ответ на конкретный результат.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Майевтический метод — метод углубленного анализа и проверки гипотез, при котором искусственный интеллект проверяет собственную логику.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Практика</a:t>
            </a:r>
            <a:endParaRPr/>
          </a:p>
        </p:txBody>
      </p:sp>
      <p:sp>
        <p:nvSpPr>
          <p:cNvPr id="177" name="Google Shape;177;p2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https://gandalf.lakera.ai/baseline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