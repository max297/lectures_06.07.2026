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a34d00ec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a34d00ec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a34d00ecb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a34d00ec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a34d00ecb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a34d00ec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FastMCP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Инструменты (Tools): Функции, которые ИИ может вызывать для выполнения действий (например, получить погоду, сделать запрос к БД, отправить сообщение).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Ресурсы (Resources): Статические или динамические данные, которые ИИ может читать (например, содержимое файла, конфигурация, документация). Указываются через URI-подобные строки.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Промпты (Prompts): Шаблоны запросов с параметрами, которые помогают ИИ правильно сформулировать задачу для пользователя.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Минимальный пример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fastmcp </a:t>
            </a: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FastMCP</a:t>
            </a:r>
            <a:endParaRPr sz="1050">
              <a:solidFill>
                <a:srgbClr val="ABB2BF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BB2BF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608B4E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# Инициализируем сервер с именем</a:t>
            </a:r>
            <a:endParaRPr sz="1050">
              <a:solidFill>
                <a:srgbClr val="608B4E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mcp = FastMCP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50">
                <a:solidFill>
                  <a:srgbClr val="98C379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"MathAssistant"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BB2BF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608B4E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# Декоратор @mcp.tool() регистрирует функцию как инструмент для ИИ</a:t>
            </a:r>
            <a:endParaRPr sz="1050">
              <a:solidFill>
                <a:srgbClr val="608B4E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@mcp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.tool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DCDCDC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calculate_circle_area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radius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DCDCDC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98C379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1050">
              <a:solidFill>
                <a:srgbClr val="98C379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98C379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   Вычисляет площадь круга по заданному радиусу.</a:t>
            </a:r>
            <a:endParaRPr sz="1050">
              <a:solidFill>
                <a:srgbClr val="98C379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98C379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   :param radius: Радиус круга (должен быть положительным числом).</a:t>
            </a:r>
            <a:endParaRPr sz="1050">
              <a:solidFill>
                <a:srgbClr val="98C379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98C379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   """</a:t>
            </a:r>
            <a:endParaRPr sz="1050">
              <a:solidFill>
                <a:srgbClr val="98C379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radius &lt; </a:t>
            </a:r>
            <a:r>
              <a:rPr lang="ru" sz="1050">
                <a:solidFill>
                  <a:srgbClr val="B5CEA8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DCDCDC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raise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ValueError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50">
                <a:solidFill>
                  <a:srgbClr val="98C379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"Радиус не может быть отрицательным"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B5CEA8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3.14159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radius ** </a:t>
            </a:r>
            <a:r>
              <a:rPr lang="ru" sz="1050">
                <a:solidFill>
                  <a:srgbClr val="B5CEA8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BB2BF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608B4E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# Запуск сервера (по умолчанию использует stdio)</a:t>
            </a:r>
            <a:endParaRPr sz="1050">
              <a:solidFill>
                <a:srgbClr val="608B4E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__name__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lang="ru" sz="1050">
                <a:solidFill>
                  <a:srgbClr val="98C379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"__main__"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DCDCDC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   mcp.run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DCDCDC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ресурсов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fastmcp </a:t>
            </a: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FastMCP</a:t>
            </a:r>
            <a:endParaRPr sz="1050">
              <a:solidFill>
                <a:srgbClr val="ABB2BF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BB2BF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mcp = FastMCP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50">
                <a:solidFill>
                  <a:srgbClr val="98C379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"DataAssistant"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BB2BF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@mcp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.resource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50">
                <a:solidFill>
                  <a:srgbClr val="98C379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"config://app_settings"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get_app_settings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DCDCDC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98C379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"""Возвращает текущие настройки приложения в формате JSON."""</a:t>
            </a:r>
            <a:endParaRPr sz="1050">
              <a:solidFill>
                <a:srgbClr val="98C379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98C379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'{"theme": "dark", "language": "ru"}'</a:t>
            </a:r>
            <a:endParaRPr sz="1050">
              <a:solidFill>
                <a:srgbClr val="98C379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BB2BF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608B4E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# Ресурс с динамическим параметром в URI</a:t>
            </a:r>
            <a:endParaRPr sz="1050">
              <a:solidFill>
                <a:srgbClr val="608B4E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@mcp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.resource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50">
                <a:solidFill>
                  <a:srgbClr val="98C379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"users://{user_id}/profile"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get_user_profile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user_id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DCDCDC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98C379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"""Получает профиль пользователя по его ID."""</a:t>
            </a:r>
            <a:endParaRPr sz="1050">
              <a:solidFill>
                <a:srgbClr val="98C379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98C379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f"Данные профиля для пользователя 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{user_id}</a:t>
            </a:r>
            <a:r>
              <a:rPr lang="ru" sz="1050">
                <a:solidFill>
                  <a:srgbClr val="98C379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: имя=Иван, роль=админ"</a:t>
            </a:r>
            <a:endParaRPr sz="1050">
              <a:solidFill>
                <a:srgbClr val="98C379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BB2BF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C678DD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__name__</a:t>
            </a: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lang="ru" sz="1050">
                <a:solidFill>
                  <a:srgbClr val="98C379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"__main__"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DCDCDC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ABB2BF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    mcp.run</a:t>
            </a:r>
            <a:r>
              <a:rPr lang="ru" sz="1050">
                <a:solidFill>
                  <a:srgbClr val="DCDCDC"/>
                </a:solidFill>
                <a:highlight>
                  <a:srgbClr val="232326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DCDCDC"/>
              </a:solidFill>
              <a:highlight>
                <a:srgbClr val="2323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